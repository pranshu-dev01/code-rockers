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BB35B-15DF-1563-E1E6-3845FCA76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E6EE55-FF90-A823-16A1-6F6450F84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645E6-E02A-630E-9E35-B55098524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7CFF2-04C4-D152-4B8C-AFED00A05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B12CE-DCE2-96EF-7CEE-8E5D563EE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818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16BCA-7DA4-AC5D-DB5B-BF00F775E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A1BD7-71AC-9349-A609-C51E816F4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B6FAA-61B0-77BB-CEF0-F1CF07A34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6C92B-15E0-3E8F-AD28-102BD8E9B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FF385-A966-EA8E-0ECE-49D772CAF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210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08E79-18B3-6824-A352-5DD67F9E0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9A1D8-509A-42D0-50B0-76D2447C3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07469-EB53-4791-3819-CB948CDA0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43A63-86B2-56C2-146C-375C09EF7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B58CA-558F-0BA3-2E77-81074CAA5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5767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720D9-4F99-6D14-D995-CAA15D3F8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99739-08A2-9366-52EB-7D3C17D39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E9B05-C5F0-60AB-4006-D800F2FCB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445333-A7F4-9901-56FD-ACDD167DE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A76C3F-6B03-39CA-5636-A61F11DF6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9D20D-CA3D-5E6B-0E76-D97F909C1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798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97F43-199E-9BCE-4D50-8954E0BE8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6944D7-22FF-36E1-07F6-22B641C1A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CD578C-0C27-36FD-D472-D82FECC0B4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7E7AE5-1AAE-E65C-8B3C-DFFEBDDFC6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FE1B1-3F36-0693-EC88-BD4DD6BA76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BC6DC3-E138-7203-3032-7A1B1C8F7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CA86E1-47F6-C489-4161-38C1E5B29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72C850-8984-D4A3-A7DE-A2403DF60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125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610CE-4398-0C10-BE9E-9D6A4199D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E4C36B-338F-4187-B505-9F3CCC6AA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00D226-7EC5-6E85-9BBB-1CCA90967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EED67B-ACA7-C075-7748-E1BB773FA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96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5109B3-7EF0-CD32-1BFA-5328B75A0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EA2E8F-C387-572C-CD62-8CF7A66F6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60C2C-1F2B-51AB-C9F8-19DB99925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619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C6AEC-9BA0-FC55-91D9-596305A8D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FD214-E3F2-EEB2-2959-022E2A6FF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20B84B-ADF1-B398-7318-B2C5B1F957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3AFB36-A21B-414B-9428-9E72946DE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F86F34-1B4B-6F27-5041-44614842D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A251D5-4BB1-F69B-6B1F-7E84E1620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675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82E39-BD9F-5C3C-D08A-AB8A6285B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602E83-9BBB-546C-6579-DB76899944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681896-3FD0-751E-CB7B-EA1C04BDB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8E466-427F-63B4-ED25-284497B2E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59ABBE-94A1-F6B9-10C0-40671AE5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934366-3637-7934-0DF7-A5830FB11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3853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7C403-1CBB-80EC-73A8-3EDB4CFC9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964E7E-9512-F79C-3FD5-4EBFF865A8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4D681-3469-5E46-6E8F-BB3E5942B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237A4-C073-9A53-503A-8B3D7CE91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EE962-73F4-EA2D-AED4-1273FAF76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57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782872-BD1F-5FE4-6E63-AD318388EC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91EE48-43E8-58C9-147D-9441A51774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5C8A8-3FED-5156-3D67-A68A70FF6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8C20D-3E76-6CC2-EA7D-E05C92D04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1B5D8-51DD-5D53-BABF-6B8E5E548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708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90BA52-6A8D-EDB3-CBD0-0AAD804FA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28725-ED4F-0BC9-E489-8DF39A73F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81F21-289C-BD44-047B-155F9FB921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B1A81-041A-5B2C-CADF-7173BB18DD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9948D-7CCA-4327-C4DE-AA33A24A47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676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FFA9D-AA8C-183A-340F-4284C2533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700F163-E7FA-1B2C-D5E0-4ABC6D628E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D2B560-468C-AE00-FD08-190FAA9C2C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Title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88AD9CD-CFB0-97F2-617B-EF142013269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3552756"/>
            <a:ext cx="698088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Project Name: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(Your project name)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Tagline: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One-line problem-solving statement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Team Name: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(Same as GitHub repo)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DevCraft: Simon’s Command Line (or your event name)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Date</a:t>
            </a:r>
            <a:r>
              <a:rPr lang="en-US" alt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Domain: 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9931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08B3B-0FDC-937D-B730-D2DCFE2DB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A4A0CE-87ED-FA30-F1CA-9ABEA24119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7E70B9-3D8E-AC8C-FD71-33A8999FB4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6C42E2-B03A-1F39-A18A-616A4BA032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139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582DC-8B8F-5773-F3B9-0B382CCDC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D13157-B955-921F-107B-76F8794C04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BE8F45-6E88-24FC-6BE1-2BF874E6C8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Target Audience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4A2422-340E-8474-6CA8-CC69D2C589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316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C0F17-D71F-4E5D-8264-47A9F6A26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C68430-CC32-D06A-B654-DB3AF9A537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4DFB8E-8883-9ACA-6E6F-AA08D471D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Existing Solutions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632734-F5D3-955D-986B-0A58CBD1BA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418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E8092-3A14-DA37-5C79-FFB96B58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6E1A02-DDF7-89F3-98B0-23412617B5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15C0A3-67F8-05CD-6B78-1C156A8A83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Gaps &amp; Opportunities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B9272C-21BB-FC22-D358-FB4BA9D50E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801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4A417-F70C-76F1-8DA7-9F84EA24E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AD5367-3E92-5729-6FD7-273C70AADE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87607C-AF5E-2567-232F-3994FF9F27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Your Solution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BD9A0F-685D-2B29-DBD0-99378586E5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914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72507-FD22-2E16-53F4-E66535A41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BCE28E-E731-156C-EDC9-D5CD678B6D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95F80B-DB77-DFBE-02AB-06459A8C98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Key Features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0A093E-F6A2-06B2-265C-B880832BEA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0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9CE99-2961-B95A-6509-047601B34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5206E9-DF7E-9DFF-CAC2-03673EB754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1795BD-090E-6657-E419-87C2FF670F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System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A906B9-56E0-797C-DD33-8F28BE5FF2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313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081B4-DCB3-98E2-06A8-576EFC806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17783E-C433-A152-F467-61CD75CD3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1FA6C2-5A0A-1FF0-1EBE-5E203A16E6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Tech Stack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679BA1-238F-16C1-81DD-F89092E266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683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51831-6846-427E-64BB-101402158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831684-E944-D21A-AEB7-C0CD07568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931271-7B83-E6B0-4697-A9B3A4A0B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Workflow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F3AC6F-97B4-C038-5116-BCDB0E747F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136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2F5D3-4344-4362-805C-8F963B278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FB6C13-3B8B-52D8-104D-1E08E396A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824925-7E47-111A-5B2A-714F7E54B7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Impact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292949-4812-3723-5970-052C9D70C0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245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A0058-2A1B-9A2D-4ACF-404877CEE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AED9E8-8E9E-772E-A148-23AF520FE6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38C520-B6A8-E5A5-6C12-E50EB51E1C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Future Scope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D0CB7A-4CE2-C98F-181A-2955692E4C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677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C9BC0-B449-3880-DCF1-3623A9429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C3DCD4-1187-52B4-EA97-0B89E26E6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934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C69965-D790-CADB-8E84-39390523C4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Team Info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8A35DE3-EB13-2BDB-C6EF-256EC4ACC71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127625" y="3691256"/>
            <a:ext cx="1936749" cy="1474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Member 1: 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Role</a:t>
            </a:r>
          </a:p>
          <a:p>
            <a:pPr algn="l"/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Member 2: 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Role</a:t>
            </a:r>
          </a:p>
          <a:p>
            <a:pPr algn="l"/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Member 3: 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Role</a:t>
            </a:r>
          </a:p>
          <a:p>
            <a:pPr algn="l"/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Member 4: 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Role</a:t>
            </a:r>
          </a:p>
        </p:txBody>
      </p:sp>
    </p:spTree>
    <p:extLst>
      <p:ext uri="{BB962C8B-B14F-4D97-AF65-F5344CB8AC3E}">
        <p14:creationId xmlns:p14="http://schemas.microsoft.com/office/powerpoint/2010/main" val="2135367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79</Words>
  <Application>Microsoft Office PowerPoint</Application>
  <PresentationFormat>Widescreen</PresentationFormat>
  <Paragraphs>23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Montserrat</vt:lpstr>
      <vt:lpstr>Open sans</vt:lpstr>
      <vt:lpstr>Office Theme</vt:lpstr>
      <vt:lpstr>Title</vt:lpstr>
      <vt:lpstr>Problem Statement</vt:lpstr>
      <vt:lpstr>Target Audience</vt:lpstr>
      <vt:lpstr>Existing Solutions</vt:lpstr>
      <vt:lpstr>Gaps &amp; Opportunities</vt:lpstr>
      <vt:lpstr>Your Solution</vt:lpstr>
      <vt:lpstr>Key Features</vt:lpstr>
      <vt:lpstr>System Architecture</vt:lpstr>
      <vt:lpstr>Tech Stack</vt:lpstr>
      <vt:lpstr>Workflow</vt:lpstr>
      <vt:lpstr>Impact</vt:lpstr>
      <vt:lpstr>Future Scope</vt:lpstr>
      <vt:lpstr>Team Info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Pranav</dc:creator>
  <cp:lastModifiedBy>Arnab Mazumder</cp:lastModifiedBy>
  <cp:revision>21</cp:revision>
  <dcterms:created xsi:type="dcterms:W3CDTF">2026-04-04T11:36:02Z</dcterms:created>
  <dcterms:modified xsi:type="dcterms:W3CDTF">2026-04-06T06:57:58Z</dcterms:modified>
</cp:coreProperties>
</file>